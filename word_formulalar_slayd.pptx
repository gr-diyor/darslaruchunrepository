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Microsoft Word’da formulalar bilan ishlash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Word dasturida matematik formulalarni yozish uchun:</a:t>
            </a:r>
          </a:p>
          <a:p>
            <a:pPr>
              <a:defRPr sz="1800"/>
            </a:pPr>
            <a:r>
              <a:t> - Insert → Equation buyrug‘i ishlatiladi.</a:t>
            </a:r>
          </a:p>
          <a:p>
            <a:pPr>
              <a:defRPr sz="1800"/>
            </a:pPr>
            <a:r>
              <a:t> - Tezkor tugma: Alt + =</a:t>
            </a:r>
          </a:p>
          <a:p>
            <a:pPr>
              <a:defRPr sz="1800"/>
            </a:pPr>
          </a:p>
          <a:p>
            <a:pPr>
              <a:defRPr sz="1800" b="1"/>
            </a:pPr>
            <a:r>
              <a:t>Formulalarga misollar:</a:t>
            </a:r>
          </a:p>
          <a:p>
            <a:pPr>
              <a:defRPr sz="1800"/>
            </a:pPr>
            <a:r>
              <a:t> - Oddiy qo‘shish: 2 + 2 = 4</a:t>
            </a:r>
          </a:p>
          <a:p>
            <a:pPr>
              <a:defRPr sz="1800"/>
            </a:pPr>
            <a:r>
              <a:t> - Kasr: (a+b)/c</a:t>
            </a:r>
          </a:p>
          <a:p>
            <a:pPr>
              <a:defRPr sz="1800"/>
            </a:pPr>
            <a:r>
              <a:t> - Kvadrat ildiz: √(x² + y²)</a:t>
            </a:r>
          </a:p>
          <a:p>
            <a:pPr>
              <a:defRPr sz="1800"/>
            </a:pPr>
            <a:r>
              <a:t> - Tenglama: ax² + bx + c = 0</a:t>
            </a:r>
          </a:p>
          <a:p>
            <a:pPr>
              <a:defRPr sz="1800"/>
            </a:pPr>
            <a:r>
              <a:t> - Integral: ∫ x² dx</a:t>
            </a:r>
          </a:p>
          <a:p>
            <a:pPr>
              <a:defRPr sz="1800"/>
            </a:pPr>
          </a:p>
          <a:p>
            <a:pPr>
              <a:defRPr sz="1800" b="1"/>
            </a:pPr>
            <a:r>
              <a:t>Izoh:</a:t>
            </a:r>
          </a:p>
          <a:p>
            <a:pPr>
              <a:defRPr sz="1800"/>
            </a:pPr>
            <a:r>
              <a:t> - Formulalarni kiritishda Mathtype yoki Equation Editor’dan foydalanish mumkin.</a:t>
            </a:r>
          </a:p>
          <a:p>
            <a:pPr>
              <a:defRPr sz="1800"/>
            </a:pPr>
            <a:r>
              <a:t> - Formulalar avtomatik tartibda raqamlanishi ham mumkin.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